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0F176-FBC2-400C-B1B0-5E46CE89E8B7}" v="8" dt="2026-09-01T09:44:54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i Chethana M.N" userId="5ea493e2c28d3a9f" providerId="LiveId" clId="{84511BB6-F9AE-4A4F-A538-476AAF1FF073}"/>
    <pc:docChg chg="undo custSel modSld">
      <pc:chgData name="Bharathi Chethana M.N" userId="5ea493e2c28d3a9f" providerId="LiveId" clId="{84511BB6-F9AE-4A4F-A538-476AAF1FF073}" dt="2026-09-01T09:45:05.498" v="35" actId="1036"/>
      <pc:docMkLst>
        <pc:docMk/>
      </pc:docMkLst>
      <pc:sldChg chg="addSp delSp modSp mod">
        <pc:chgData name="Bharathi Chethana M.N" userId="5ea493e2c28d3a9f" providerId="LiveId" clId="{84511BB6-F9AE-4A4F-A538-476AAF1FF073}" dt="2026-09-01T09:45:05.498" v="35" actId="1036"/>
        <pc:sldMkLst>
          <pc:docMk/>
          <pc:sldMk cId="0" sldId="257"/>
        </pc:sldMkLst>
        <pc:spChg chg="mod">
          <ac:chgData name="Bharathi Chethana M.N" userId="5ea493e2c28d3a9f" providerId="LiveId" clId="{84511BB6-F9AE-4A4F-A538-476AAF1FF073}" dt="2026-09-01T09:45:05.498" v="35" actId="10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Bharathi Chethana M.N" userId="5ea493e2c28d3a9f" providerId="LiveId" clId="{84511BB6-F9AE-4A4F-A538-476AAF1FF073}" dt="2026-09-01T09:44:19.309" v="21" actId="20577"/>
          <ac:spMkLst>
            <pc:docMk/>
            <pc:sldMk cId="0" sldId="257"/>
            <ac:spMk id="4" creationId="{00000000-0000-0000-0000-000000000000}"/>
          </ac:spMkLst>
        </pc:spChg>
        <pc:spChg chg="add del">
          <ac:chgData name="Bharathi Chethana M.N" userId="5ea493e2c28d3a9f" providerId="LiveId" clId="{84511BB6-F9AE-4A4F-A538-476AAF1FF073}" dt="2026-09-01T09:44:55.705" v="33" actId="478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Bharathi Chethana M.N" userId="5ea493e2c28d3a9f" providerId="LiveId" clId="{84511BB6-F9AE-4A4F-A538-476AAF1FF073}" dt="2026-09-01T09:44:54.727" v="30" actId="20577"/>
          <ac:spMkLst>
            <pc:docMk/>
            <pc:sldMk cId="0" sldId="257"/>
            <ac:spMk id="6" creationId="{00000000-0000-0000-0000-000000000000}"/>
          </ac:spMkLst>
        </pc:spChg>
        <pc:spChg chg="add del">
          <ac:chgData name="Bharathi Chethana M.N" userId="5ea493e2c28d3a9f" providerId="LiveId" clId="{84511BB6-F9AE-4A4F-A538-476AAF1FF073}" dt="2026-09-01T09:44:55.368" v="32" actId="478"/>
          <ac:spMkLst>
            <pc:docMk/>
            <pc:sldMk cId="0" sldId="257"/>
            <ac:spMk id="7" creationId="{00000000-0000-0000-0000-000000000000}"/>
          </ac:spMkLst>
        </pc:spChg>
        <pc:spChg chg="add del">
          <ac:chgData name="Bharathi Chethana M.N" userId="5ea493e2c28d3a9f" providerId="LiveId" clId="{84511BB6-F9AE-4A4F-A538-476AAF1FF073}" dt="2026-09-01T09:44:54.898" v="31" actId="478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3600" b="1">
                <a:solidFill>
                  <a:srgbClr val="F8FAFC"/>
                </a:solidFill>
              </a:defRPr>
            </a:pPr>
            <a:r>
              <a:t>Agentic AI for Maritime Freight Pricing and Route Optimization</a:t>
            </a:r>
          </a:p>
          <a:p>
            <a:pPr algn="ctr">
              <a:spcAft>
                <a:spcPts val="3600"/>
              </a:spcAft>
              <a:defRPr sz="2200">
                <a:solidFill>
                  <a:srgbClr val="60A5FA"/>
                </a:solidFill>
              </a:defRPr>
            </a:pPr>
            <a:r>
              <a:t>Milestone 1 – Route Intelligence &amp; Quotation Foundation</a:t>
            </a:r>
          </a:p>
          <a:p>
            <a:pPr algn="ctr">
              <a:defRPr sz="1800" b="1">
                <a:solidFill>
                  <a:srgbClr val="00F2FE"/>
                </a:solidFill>
              </a:defRPr>
            </a:pPr>
            <a:r>
              <a:t>Presented by: Bharathi Chethana M 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64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rPr dirty="0"/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737360"/>
          </a:xfrm>
          <a:prstGeom prst="roundRect">
            <a:avLst/>
          </a:prstGeom>
          <a:solidFill>
            <a:srgbClr val="0E172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F2FE"/>
                </a:solidFill>
              </a:defRPr>
            </a:pPr>
            <a:r>
              <a:t>Time-Consuming Workflow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Manual lookup across carrier sites delays quotation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1737360"/>
          </a:xfrm>
          <a:prstGeom prst="roundRect">
            <a:avLst/>
          </a:prstGeom>
          <a:solidFill>
            <a:srgbClr val="0E172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F2FE"/>
                </a:solidFill>
              </a:defRPr>
            </a:pPr>
            <a:r>
              <a:rPr dirty="0"/>
              <a:t>Fragmented S</a:t>
            </a:r>
            <a:r>
              <a:rPr lang="en-IN" dirty="0"/>
              <a:t>y</a:t>
            </a:r>
            <a:r>
              <a:rPr dirty="0"/>
              <a:t>stems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dirty="0"/>
              <a:t>Routes, rates, and tariffs live in separate databases &amp; spreadsheets.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120640" cy="1737360"/>
          </a:xfrm>
          <a:prstGeom prst="roundRect">
            <a:avLst/>
          </a:prstGeom>
          <a:solidFill>
            <a:srgbClr val="0E172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F2FE"/>
                </a:solidFill>
              </a:defRPr>
            </a:pPr>
            <a:r>
              <a:t>Complex to Manage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High friction tracking multi-leg ocean shipment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474720"/>
            <a:ext cx="5120640" cy="1737360"/>
          </a:xfrm>
          <a:prstGeom prst="roundRect">
            <a:avLst/>
          </a:prstGeom>
          <a:solidFill>
            <a:srgbClr val="0E172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F2FE"/>
                </a:solidFill>
              </a:defRPr>
            </a:pPr>
            <a:r>
              <a:t>Manual Analysis Risk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Human error in route choice leads to unexpected cost overruns.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0F2B4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Project Goal: Consolidate maritime brokerage into a unified, AI-powered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128016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Develop an AI-powered maritime freight brokerage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120640" cy="128016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Collect shipment details: Origin, Destination, Cargo Type, and Container 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120640" cy="128016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Establish the core architectural foundation for Route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108960"/>
            <a:ext cx="5120640" cy="128016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Connect the React frontend seamlessly with the FastAPI backend.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120640" cy="128016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Create a structured RouteRequest model enforcing strict schema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663440"/>
            <a:ext cx="5120640" cy="128016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Prepare the system architecture for future route optimization and quotation functionality.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Proposed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20240" cy="118872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1920240" cy="118872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Shipment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828800"/>
            <a:ext cx="1920240" cy="118872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React 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828800"/>
            <a:ext cx="1920240" cy="118872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FastAPI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828800"/>
            <a:ext cx="1920240" cy="118872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Route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920240" cy="118872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Route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840480"/>
            <a:ext cx="1920240" cy="1188720"/>
          </a:xfrm>
          <a:prstGeom prst="roundRect">
            <a:avLst/>
          </a:prstGeom>
          <a:solidFill>
            <a:srgbClr val="141E2D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Best Route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840480"/>
            <a:ext cx="1920240" cy="1188720"/>
          </a:xfrm>
          <a:prstGeom prst="roundRect">
            <a:avLst/>
          </a:prstGeom>
          <a:solidFill>
            <a:srgbClr val="141E2D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Transit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9" y="3840480"/>
            <a:ext cx="1920240" cy="1188720"/>
          </a:xfrm>
          <a:prstGeom prst="roundRect">
            <a:avLst/>
          </a:prstGeom>
          <a:solidFill>
            <a:srgbClr val="141E2D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Quotation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Note: Milestone 1 focuses on the initial foundation (User ➔ React Frontend ➔ FastAPI Backend ➔ Route Intelligence Pydantic Model).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Milestone 1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0" cy="4754880"/>
          </a:xfrm>
          <a:prstGeom prst="roundRect">
            <a:avLst/>
          </a:prstGeom>
          <a:solidFill>
            <a:srgbClr val="0E172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0F2FE"/>
                </a:solidFill>
              </a:defRPr>
            </a:pPr>
            <a:r>
              <a:t>Core Features Implemented: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✔  React Frontend (Vite &amp; JavaScript)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✔  Python 3.13 Backend Server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✔  FastAPI Application Framework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✔  Uvicorn ASGI Web Server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✔  Python Virtual Environment (venv)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✔  Root Health Check Endpoint (GET /)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✔  Swagger API Documentation (/docs)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✔  RouteRequest Pydantic Schema Model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✔  Agents Package Folder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463040"/>
            <a:ext cx="4023360" cy="4754880"/>
          </a:xfrm>
          <a:prstGeom prst="roundRect">
            <a:avLst/>
          </a:prstGeom>
          <a:solidFill>
            <a:srgbClr val="0F2B4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00F2FE"/>
                </a:solidFill>
              </a:defRPr>
            </a:pPr>
            <a:r>
              <a:t>Sample Shipment Request: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Origin: Chennai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Destination: Rotterdam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Cargo Type: Electronics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Containers: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0584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React  ➔  Web Interface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Component-driven frontend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100584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JavaScript  ➔  Frontend Logic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Client state &amp; API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5120640" cy="100584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Python  ➔  Backend / AI Logic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Core multi-agent 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651760"/>
            <a:ext cx="5120640" cy="100584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FastAPI  ➔  Backend API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Modern ASGI web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100584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Pydantic  ➔  Request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Strict type &amp; data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100584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Uvicorn  ➔  API Server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High-performance web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5120640" cy="100584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Pandas  ➔  Dataset Processing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Maritime data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5029200"/>
            <a:ext cx="5120640" cy="1005840"/>
          </a:xfrm>
          <a:prstGeom prst="roundRect">
            <a:avLst/>
          </a:prstGeom>
          <a:solidFill>
            <a:srgbClr val="0E172A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CSV  ➔  Maritime Dataset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Shipping lane &amp; port datasets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Future Scope (Next Phases)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828800"/>
          </a:xfrm>
          <a:prstGeom prst="roundRect">
            <a:avLst/>
          </a:prstGeom>
          <a:solidFill>
            <a:srgbClr val="0E172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Route Agent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Multi-corridor routing &amp; ocean distance calculations.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1828800"/>
          </a:xfrm>
          <a:prstGeom prst="roundRect">
            <a:avLst/>
          </a:prstGeom>
          <a:solidFill>
            <a:srgbClr val="0E172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Best Route Selection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Algorithmic selection based on cost and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1828800"/>
          </a:xfrm>
          <a:prstGeom prst="roundRect">
            <a:avLst/>
          </a:prstGeom>
          <a:solidFill>
            <a:srgbClr val="0E172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Transit Time Estimation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Predictive ETA calculations factoring in sea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291840" cy="1828800"/>
          </a:xfrm>
          <a:prstGeom prst="roundRect">
            <a:avLst/>
          </a:prstGeom>
          <a:solidFill>
            <a:srgbClr val="0E172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Freight Pricing / Quotation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Automated freight quote generation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40480"/>
            <a:ext cx="3291840" cy="1828800"/>
          </a:xfrm>
          <a:prstGeom prst="roundRect">
            <a:avLst/>
          </a:prstGeom>
          <a:solidFill>
            <a:srgbClr val="0E172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Weather Agent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Ocean weather hazard monitoring &amp; storm avoidance.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840480"/>
            <a:ext cx="3291840" cy="1828800"/>
          </a:xfrm>
          <a:prstGeom prst="roundRect">
            <a:avLst/>
          </a:prstGeom>
          <a:solidFill>
            <a:srgbClr val="0E172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Margin &amp; Customs Agents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Dynamic margin calculations &amp; customs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431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Bharathi Chethana M.N</cp:lastModifiedBy>
  <cp:revision>1</cp:revision>
  <dcterms:created xsi:type="dcterms:W3CDTF">2013-01-27T09:14:16Z</dcterms:created>
  <dcterms:modified xsi:type="dcterms:W3CDTF">2026-09-01T09:45:16Z</dcterms:modified>
  <cp:category/>
</cp:coreProperties>
</file>